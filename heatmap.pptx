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4684"/>
  </p:normalViewPr>
  <p:slideViewPr>
    <p:cSldViewPr snapToGrid="0" showGuides="1">
      <p:cViewPr>
        <p:scale>
          <a:sx n="57" d="100"/>
          <a:sy n="57" d="100"/>
        </p:scale>
        <p:origin x="2904" y="1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981E-2814-53E3-5531-EE73ED8B3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79AE93-A873-DE10-227C-9ABDC78C2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8E203-D602-3552-21D1-25F4C49E4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955E-333E-1B48-93D3-5368B144F37C}" type="datetimeFigureOut">
              <a:rPr lang="en-TW" smtClean="0"/>
              <a:t>2026/6/6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6D6A9-6B02-BE98-AF48-9D96EDF1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70096-FFC1-F985-3E30-0F3534268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1C71-5A5B-DE41-9DDD-588494F389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56751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74B41-202B-3D68-FC36-7D8A0AFCA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6A95A-9344-EC6B-C9D7-95B9000AA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A0C51-B9C8-BE81-4184-9B039C71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955E-333E-1B48-93D3-5368B144F37C}" type="datetimeFigureOut">
              <a:rPr lang="en-TW" smtClean="0"/>
              <a:t>2026/6/6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71FB9-5BD3-9984-4D91-3C2A60EE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C65B5-953E-64C5-46DD-64DAA850F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1C71-5A5B-DE41-9DDD-588494F389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49992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9522A-260E-956E-C9D5-6D323759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68A9D-3B29-F697-EA50-074C907DD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11735-26E9-9704-D5D6-ABF19B48E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955E-333E-1B48-93D3-5368B144F37C}" type="datetimeFigureOut">
              <a:rPr lang="en-TW" smtClean="0"/>
              <a:t>2026/6/6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9B39B-988D-04BA-E48C-B5B1DE34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E606-D2BE-E79A-29E7-D5F1C1364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1C71-5A5B-DE41-9DDD-588494F389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83107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2635-0C22-001E-B51C-468C09311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40334-D916-8AD7-83FD-9D97BF9BD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97DE8-1BC8-42D9-659A-7730845A8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1F1E5-78D9-0F6C-52AB-0A28A126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955E-333E-1B48-93D3-5368B144F37C}" type="datetimeFigureOut">
              <a:rPr lang="en-TW" smtClean="0"/>
              <a:t>2026/6/6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E22D1-C34F-A94D-B409-B7826769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47F4E-1111-7B99-516A-B3A335B7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1C71-5A5B-DE41-9DDD-588494F389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70158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C8197-A7E7-2373-FC9B-3699CDC1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685C-313F-0C86-4D15-9599D8814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4396D-1F50-13D5-ADB6-E965421A4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16AF0-DAA8-3468-755D-76F0D9CC4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973E0-C84E-B325-D2FF-539A1E0A8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5E529-67D9-713D-AA39-3AA0A9907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955E-333E-1B48-93D3-5368B144F37C}" type="datetimeFigureOut">
              <a:rPr lang="en-TW" smtClean="0"/>
              <a:t>2026/6/6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27FD3-C39C-DD55-3F87-1B7393CA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756DF3-5E21-0EC1-DAC0-0135C4A1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1C71-5A5B-DE41-9DDD-588494F389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0346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1236-0E20-D461-D40B-080DB7BD5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C33BDF-D5A7-C00B-5A60-615DE0998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955E-333E-1B48-93D3-5368B144F37C}" type="datetimeFigureOut">
              <a:rPr lang="en-TW" smtClean="0"/>
              <a:t>2026/6/6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4F1261-3B71-E733-D50E-749E0243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339EF-61D5-1917-DC07-68CA1324A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1C71-5A5B-DE41-9DDD-588494F389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8608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6A7EA-26C8-699D-C540-636AD31E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955E-333E-1B48-93D3-5368B144F37C}" type="datetimeFigureOut">
              <a:rPr lang="en-TW" smtClean="0"/>
              <a:t>2026/6/6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E4A9A6-D6FD-B180-A6FA-5733BED1C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10177-1C9F-F174-4865-533010F79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1C71-5A5B-DE41-9DDD-588494F389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297518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801F-D550-924F-CB52-AAF9C851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BC2D5-814F-087C-BFDF-19AA2369E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878C0-FB54-D46D-5248-A4C4CE654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E4417-D63E-746F-32E3-6DB0EDE2E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955E-333E-1B48-93D3-5368B144F37C}" type="datetimeFigureOut">
              <a:rPr lang="en-TW" smtClean="0"/>
              <a:t>2026/6/6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24A21-24CE-E96F-06E3-417EC3C8D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76203-CCA5-8BCE-DF6A-96410480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1C71-5A5B-DE41-9DDD-588494F389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6F73-D44F-F507-3FA0-EF8920AF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AE3BFA-6879-741A-25FF-146C17615A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1C3ED-25F4-7BFF-4FC1-A4379C9CF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CBDE6-F601-BBD7-F1D3-36CEE363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955E-333E-1B48-93D3-5368B144F37C}" type="datetimeFigureOut">
              <a:rPr lang="en-TW" smtClean="0"/>
              <a:t>2026/6/6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D443F-08DA-00E8-122A-830B005B5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AF532-500D-BB8C-0512-C3EC78C8D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1C71-5A5B-DE41-9DDD-588494F389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7906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17768-4AA6-87F6-82B5-DB330F2BB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701C8-8BCC-599D-00B3-D8245AAF7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5CA2-FC53-090E-61BE-F7AA9297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955E-333E-1B48-93D3-5368B144F37C}" type="datetimeFigureOut">
              <a:rPr lang="en-TW" smtClean="0"/>
              <a:t>2026/6/6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FA856-7FD1-10AD-DC01-024B8264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D886B-3B82-7C76-B7BE-BC258115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1C71-5A5B-DE41-9DDD-588494F389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2653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034978-53F2-3CFD-C555-4941A493BB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4FB5D-C316-8CB8-DA2E-DE0933703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6E743-FB04-0CFD-1C7A-7422085A5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F955E-333E-1B48-93D3-5368B144F37C}" type="datetimeFigureOut">
              <a:rPr lang="en-TW" smtClean="0"/>
              <a:t>2026/6/6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485CB-A5AC-F7CA-FC90-61E5CE9D2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43A83-1C2B-3917-B8C4-C19F4C832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61C71-5A5B-DE41-9DDD-588494F389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83619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AC241C-EDF2-A976-E613-823410A51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8ED60-4E74-E5B3-327C-A496C3008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C9B91-A6B4-4DFD-1B6A-EF5141512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F955E-333E-1B48-93D3-5368B144F37C}" type="datetimeFigureOut">
              <a:rPr lang="en-TW" smtClean="0"/>
              <a:t>2026/6/6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B5A5-B904-3FF9-E6A4-D0B9C8881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C5D35-3D63-4CB3-920D-D07CA47D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61C71-5A5B-DE41-9DDD-588494F389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7372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56ED2D-3C25-20B1-B8D8-414459858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87093" y="280334"/>
            <a:ext cx="7772400" cy="58094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54D022-0E14-53DD-7D69-42BD9FAA4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757" y="284568"/>
            <a:ext cx="7772400" cy="58009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1EB7F0-0E64-3549-00A5-AC16DAE60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2607" y="284568"/>
            <a:ext cx="7772400" cy="580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52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B9D3D6-30E2-8945-D36F-234933190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19057" y="524278"/>
            <a:ext cx="7772400" cy="58094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1EA733-850C-15FB-C426-6356B5785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257" y="541190"/>
            <a:ext cx="7772400" cy="58009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2927A4-B0EB-EA8D-71B8-B8F8D5695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5571" y="541190"/>
            <a:ext cx="7772400" cy="579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01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94719C-2A37-CBF5-5F61-98D39C40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021" y="536956"/>
            <a:ext cx="7772400" cy="57925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55B6B6-3A82-226E-2043-8D41BE074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173" y="528513"/>
            <a:ext cx="7772400" cy="5800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702602-91F1-0B07-8ACE-FD8F84FBD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026675" y="536956"/>
            <a:ext cx="7772400" cy="580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42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黃亮臻 HUANG, LIANG-JEN</dc:creator>
  <cp:lastModifiedBy>黃亮臻 HUANG, LIANG-JEN</cp:lastModifiedBy>
  <cp:revision>1</cp:revision>
  <dcterms:created xsi:type="dcterms:W3CDTF">2026-06-06T13:13:27Z</dcterms:created>
  <dcterms:modified xsi:type="dcterms:W3CDTF">2026-06-06T15:09:04Z</dcterms:modified>
</cp:coreProperties>
</file>